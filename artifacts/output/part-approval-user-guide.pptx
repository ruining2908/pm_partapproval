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</a:rPr>
              <a:t>Part Approval Request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4389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F2430"/>
                </a:solidFill>
              </a:rPr>
              <a:t>This presentation summarizes the real Flutter user workflow using browser-captured screenshots from the built application running in demo mode.</a:t>
            </a:r>
          </a:p>
        </p:txBody>
      </p:sp>
      <p:pic>
        <p:nvPicPr>
          <p:cNvPr id="4" name="Picture 3" descr="real-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640080"/>
            <a:ext cx="5303520" cy="515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94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0687C"/>
                </a:solidFill>
              </a:rPr>
              <a:t>Screens included: login, dashboard overview, live search, approval detail, and status confirmation.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2430"/>
                </a:solidFill>
              </a:rPr>
              <a:t>Sign In To The Real Flutter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687C"/>
                </a:solidFill>
              </a:rPr>
              <a:t>Step-by-step reference for daily use</a:t>
            </a:r>
          </a:p>
        </p:txBody>
      </p:sp>
      <p:pic>
        <p:nvPicPr>
          <p:cNvPr id="4" name="Picture 3" descr="real-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55049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2801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Open the Part Approval web app built from the real Flutter code.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Enter the password and click Login.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After sign-in, the dashboard loads the request list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2430"/>
                </a:solidFill>
              </a:rPr>
              <a:t>Review The 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687C"/>
                </a:solidFill>
              </a:rPr>
              <a:t>Step-by-step reference for daily use</a:t>
            </a:r>
          </a:p>
        </p:txBody>
      </p:sp>
      <p:pic>
        <p:nvPicPr>
          <p:cNvPr id="4" name="Picture 3" descr="real-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55049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2801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Use the summary cards to monitor open requests and total approval value.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Review the Requested By panel on the left to understand who submitted requests.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Use the Part Request List on the right to review status chips for each request.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2430"/>
                </a:solidFill>
              </a:rPr>
              <a:t>Search The Request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687C"/>
                </a:solidFill>
              </a:rPr>
              <a:t>Step-by-step reference for daily use</a:t>
            </a:r>
          </a:p>
        </p:txBody>
      </p:sp>
      <p:pic>
        <p:nvPicPr>
          <p:cNvPr id="4" name="Picture 3" descr="real-03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55049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2801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Use the search bar to find requests by part name, machine, category, or requester.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As you type, the list filters immediately without leaving the page.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Use this search flow to narrow the queue before reviewing or approving a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2430"/>
                </a:solidFill>
              </a:rPr>
              <a:t>Open Approval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687C"/>
                </a:solidFill>
              </a:rPr>
              <a:t>Step-by-step reference for daily use</a:t>
            </a:r>
          </a:p>
        </p:txBody>
      </p:sp>
      <p:pic>
        <p:nvPicPr>
          <p:cNvPr id="4" name="Picture 3" descr="real-03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55049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2801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Select a request in the list to open the Approval Detail dialog.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Review the request info, description, and remark before making a status change.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Close the dialog to return to the list after your review is 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2430"/>
                </a:solidFill>
              </a:rPr>
              <a:t>Confirm A Status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0687C"/>
                </a:solidFill>
              </a:rPr>
              <a:t>Step-by-step reference for daily use</a:t>
            </a:r>
          </a:p>
        </p:txBody>
      </p:sp>
      <p:pic>
        <p:nvPicPr>
          <p:cNvPr id="4" name="Picture 3" descr="real-05-status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55049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2801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Use the status chips inside a request row to choose the next approval stage.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When prompted, review the confirmation dialog carefully before proceeding.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4558"/>
                </a:solidFill>
              </a:rPr>
              <a:t>Click Confirm to apply the update, or Cancel to keep the current status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